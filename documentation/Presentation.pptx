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/>
            </a:pPr>
            <a:r>
              <a:t>Hack-Ai-Thon Calculator</a:t>
            </a:r>
          </a:p>
          <a:p>
            <a:pPr algn="ctr">
              <a:defRPr sz="2400"/>
            </a:pPr>
            <a:r>
              <a:t>A Python + Tkinter Scientific Calculator</a:t>
            </a:r>
          </a:p>
          <a:p>
            <a:pPr algn="ctr">
              <a:defRPr sz="1800"/>
            </a:pPr>
            <a:r>
              <a:t>Hack-Ai-Thon Demo Project • C. Saikat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Basic calculators handle everyday arithmetic, but scientific and academic work often requires many additional functions.</a:t>
            </a:r>
          </a:p>
          <a:p>
            <a:pPr>
              <a:spcAft>
                <a:spcPts val="1200"/>
              </a:spcAft>
              <a:defRPr sz="2000"/>
            </a:pPr>
            <a:r>
              <a:t>Users need a simple interface that brings arithmetic, trigonometry, logarithms, powers, roots, constants and scientific notation together.</a:t>
            </a:r>
          </a:p>
          <a:p>
            <a:pPr>
              <a:spcAft>
                <a:spcPts val="1200"/>
              </a:spcAft>
              <a:defRPr sz="2000"/>
            </a:pPr>
            <a:r>
              <a:t>This project addresses that need with a desktop GUI calculator built in Python.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Build a functional graphical calculator using Python.</a:t>
            </a:r>
          </a:p>
          <a:p>
            <a:pPr>
              <a:spcAft>
                <a:spcPts val="1200"/>
              </a:spcAft>
              <a:defRPr sz="2000"/>
            </a:pPr>
            <a:r>
              <a:t>Implement both basic and scientific mathematical operations.</a:t>
            </a:r>
          </a:p>
          <a:p>
            <a:pPr>
              <a:spcAft>
                <a:spcPts val="1200"/>
              </a:spcAft>
              <a:defRPr sz="2000"/>
            </a:pPr>
            <a:r>
              <a:t>Create an easy-to-use button-based interface with Tkinter.</a:t>
            </a:r>
          </a:p>
          <a:p>
            <a:pPr>
              <a:spcAft>
                <a:spcPts val="1200"/>
              </a:spcAft>
              <a:defRPr sz="2000"/>
            </a:pPr>
            <a:r>
              <a:t>Demonstrate event handling, input processing and mathematical computation.</a:t>
            </a:r>
          </a:p>
          <a:p>
            <a:pPr>
              <a:spcAft>
                <a:spcPts val="1200"/>
              </a:spcAft>
              <a:defRPr sz="2000"/>
            </a:pPr>
            <a:r>
              <a:t>Deliver a practical project suitable for a hackathon demonstration.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Basic arithmetic: addition, subtraction, multiplication and division.</a:t>
            </a:r>
          </a:p>
          <a:p>
            <a:pPr>
              <a:spcAft>
                <a:spcPts val="1200"/>
              </a:spcAft>
              <a:defRPr sz="2000"/>
            </a:pPr>
            <a:r>
              <a:t>Parentheses, decimal input, equals, sign change, clear and delete.</a:t>
            </a:r>
          </a:p>
          <a:p>
            <a:pPr>
              <a:spcAft>
                <a:spcPts val="1200"/>
              </a:spcAft>
              <a:defRPr sz="2000"/>
            </a:pPr>
            <a:r>
              <a:t>Scientific operations including trigonometry, logarithms, roots and powers.</a:t>
            </a:r>
          </a:p>
          <a:p>
            <a:pPr>
              <a:spcAft>
                <a:spcPts val="1200"/>
              </a:spcAft>
              <a:defRPr sz="2000"/>
            </a:pPr>
            <a:r>
              <a:t>Mathematical constants: π and Euler's number e.</a:t>
            </a:r>
          </a:p>
          <a:p>
            <a:pPr>
              <a:spcAft>
                <a:spcPts val="1200"/>
              </a:spcAft>
              <a:defRPr sz="2000"/>
            </a:pPr>
            <a:r>
              <a:t>Percentage and scientific-notation operations.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Scientific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Trigonometry: sin, cos, tan and cot.</a:t>
            </a:r>
          </a:p>
          <a:p>
            <a:pPr>
              <a:spcAft>
                <a:spcPts val="1200"/>
              </a:spcAft>
              <a:defRPr sz="2000"/>
            </a:pPr>
            <a:r>
              <a:t>Powers: square, cube, arbitrary power, reciprocal and powers of ten.</a:t>
            </a:r>
          </a:p>
          <a:p>
            <a:pPr>
              <a:spcAft>
                <a:spcPts val="1200"/>
              </a:spcAft>
              <a:defRPr sz="2000"/>
            </a:pPr>
            <a:r>
              <a:t>Roots: square root, cube root and general roots.</a:t>
            </a:r>
          </a:p>
          <a:p>
            <a:pPr>
              <a:spcAft>
                <a:spcPts val="1200"/>
              </a:spcAft>
              <a:defRPr sz="2000"/>
            </a:pPr>
            <a:r>
              <a:t>Logarithms: log₁₀ and natural logarithm ln.</a:t>
            </a:r>
          </a:p>
          <a:p>
            <a:pPr>
              <a:spcAft>
                <a:spcPts val="1200"/>
              </a:spcAft>
              <a:defRPr sz="2000"/>
            </a:pPr>
            <a:r>
              <a:t>Other operations: absolute value, modulo, floor division and factorial.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The user selects calculator buttons.</a:t>
            </a:r>
          </a:p>
          <a:p>
            <a:pPr>
              <a:spcAft>
                <a:spcPts val="1200"/>
              </a:spcAft>
              <a:defRPr sz="2000"/>
            </a:pPr>
            <a:r>
              <a:t>2. Button actions build the current mathematical expression.</a:t>
            </a:r>
          </a:p>
          <a:p>
            <a:pPr>
              <a:spcAft>
                <a:spcPts val="1200"/>
              </a:spcAft>
              <a:defRPr sz="2000"/>
            </a:pPr>
            <a:r>
              <a:t>3. The application processes the requested mathematical operation.</a:t>
            </a:r>
          </a:p>
          <a:p>
            <a:pPr>
              <a:spcAft>
                <a:spcPts val="1200"/>
              </a:spcAft>
              <a:defRPr sz="2000"/>
            </a:pPr>
            <a:r>
              <a:t>4. The calculated result is displayed in the GUI.</a:t>
            </a:r>
          </a:p>
          <a:p>
            <a:pPr>
              <a:spcAft>
                <a:spcPts val="1200"/>
              </a:spcAft>
              <a:defRPr sz="2000"/>
            </a:pPr>
            <a:r>
              <a:t>The interface combines Tkinter event handling with Python mathematical functionality.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Python 3 — core programming language.</a:t>
            </a:r>
          </a:p>
          <a:p>
            <a:pPr>
              <a:spcAft>
                <a:spcPts val="1200"/>
              </a:spcAft>
              <a:defRPr sz="2000"/>
            </a:pPr>
            <a:r>
              <a:t>Tkinter — desktop graphical user interface.</a:t>
            </a:r>
          </a:p>
          <a:p>
            <a:pPr>
              <a:spcAft>
                <a:spcPts val="1200"/>
              </a:spcAft>
              <a:defRPr sz="2000"/>
            </a:pPr>
            <a:r>
              <a:t>Python mathematical functionality — scientific calculations.</a:t>
            </a:r>
          </a:p>
          <a:p>
            <a:pPr>
              <a:spcAft>
                <a:spcPts val="1200"/>
              </a:spcAft>
              <a:defRPr sz="2000"/>
            </a:pPr>
            <a:r>
              <a:t>The project is designed as a lightweight desktop application without requiring a web server.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Example Calculations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12 + 8 = 20</a:t>
            </a:r>
          </a:p>
          <a:p>
            <a:pPr>
              <a:spcAft>
                <a:spcPts val="1200"/>
              </a:spcAft>
              <a:defRPr sz="2000"/>
            </a:pPr>
            <a:r>
              <a:t>5 mod 2 = 1</a:t>
            </a:r>
          </a:p>
          <a:p>
            <a:pPr>
              <a:spcAft>
                <a:spcPts val="1200"/>
              </a:spcAft>
              <a:defRPr sz="2000"/>
            </a:pPr>
            <a:r>
              <a:t>4! = 24</a:t>
            </a:r>
          </a:p>
          <a:p>
            <a:pPr>
              <a:spcAft>
                <a:spcPts val="1200"/>
              </a:spcAft>
              <a:defRPr sz="2000"/>
            </a:pPr>
            <a:r>
              <a:t>2⁴ = 16</a:t>
            </a:r>
          </a:p>
          <a:p>
            <a:pPr>
              <a:spcAft>
                <a:spcPts val="1200"/>
              </a:spcAft>
              <a:defRPr sz="2000"/>
            </a:pPr>
            <a:r>
              <a:t>²√144 = 12</a:t>
            </a:r>
          </a:p>
          <a:p>
            <a:pPr>
              <a:spcAft>
                <a:spcPts val="1200"/>
              </a:spcAft>
              <a:defRPr sz="2000"/>
            </a:pPr>
            <a:r>
              <a:t>sin(90) = 1  •  log₁₀(1000) = 3  •  2 × 10³ = 2000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Scientific controls are arranged in upper rows for quick access.</a:t>
            </a:r>
          </a:p>
          <a:p>
            <a:pPr>
              <a:spcAft>
                <a:spcPts val="1200"/>
              </a:spcAft>
              <a:defRPr sz="2000"/>
            </a:pPr>
            <a:r>
              <a:t>Numeric and arithmetic controls occupy the lower rows.</a:t>
            </a:r>
          </a:p>
          <a:p>
            <a:pPr>
              <a:spcAft>
                <a:spcPts val="1200"/>
              </a:spcAft>
              <a:defRPr sz="2000"/>
            </a:pPr>
            <a:r>
              <a:t>Dedicated AC and DEL controls make correcting input straightforward.</a:t>
            </a:r>
          </a:p>
          <a:p>
            <a:pPr>
              <a:spcAft>
                <a:spcPts val="1200"/>
              </a:spcAft>
              <a:defRPr sz="2000"/>
            </a:pPr>
            <a:r>
              <a:t>The layout keeps both everyday and scientific functions available from the same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Python programming and GUI development.</a:t>
            </a:r>
          </a:p>
          <a:p>
            <a:pPr>
              <a:spcAft>
                <a:spcPts val="1200"/>
              </a:spcAft>
              <a:defRPr sz="2000"/>
            </a:pPr>
            <a:r>
              <a:t>Tkinter widgets and button event handling.</a:t>
            </a:r>
          </a:p>
          <a:p>
            <a:pPr>
              <a:spcAft>
                <a:spcPts val="1200"/>
              </a:spcAft>
              <a:defRPr sz="2000"/>
            </a:pPr>
            <a:r>
              <a:t>User input and expression processing.</a:t>
            </a:r>
          </a:p>
          <a:p>
            <a:pPr>
              <a:spcAft>
                <a:spcPts val="1200"/>
              </a:spcAft>
              <a:defRPr sz="2000"/>
            </a:pPr>
            <a:r>
              <a:t>Implementation of mathematical functions.</a:t>
            </a:r>
          </a:p>
          <a:p>
            <a:pPr>
              <a:spcAft>
                <a:spcPts val="1200"/>
              </a:spcAft>
              <a:defRPr sz="2000"/>
            </a:pPr>
            <a:r>
              <a:t>Software organization and practical project development.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Keyboard support, improved error messages and better accessibility.</a:t>
            </a:r>
          </a:p>
          <a:p>
            <a:pPr>
              <a:spcAft>
                <a:spcPts val="1200"/>
              </a:spcAft>
              <a:defRPr sz="2000"/>
            </a:pPr>
            <a:r>
              <a:t>Calculation history and calculator memory functions.</a:t>
            </a:r>
          </a:p>
          <a:p>
            <a:pPr>
              <a:spcAft>
                <a:spcPts val="1200"/>
              </a:spcAft>
              <a:defRPr sz="2000"/>
            </a:pPr>
            <a:r>
              <a:t>Inverse trigonometric and hyperbolic functions.</a:t>
            </a:r>
          </a:p>
          <a:p>
            <a:pPr>
              <a:spcAft>
                <a:spcPts val="1200"/>
              </a:spcAft>
              <a:defRPr sz="2000"/>
            </a:pPr>
            <a:r>
              <a:t>Stronger validation and automated mathematical tests.</a:t>
            </a:r>
          </a:p>
          <a:p>
            <a:pPr>
              <a:spcAft>
                <a:spcPts val="1200"/>
              </a:spcAft>
              <a:defRPr sz="2000"/>
            </a:pPr>
            <a:r>
              <a:t>Standard/scientific calculator modes.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AI-Powered 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Transform the calculator into an AI-assisted mathematics platform.</a:t>
            </a:r>
          </a:p>
          <a:p>
            <a:pPr>
              <a:spcAft>
                <a:spcPts val="1200"/>
              </a:spcAft>
              <a:defRPr sz="2000"/>
            </a:pPr>
            <a:r>
              <a:t>Accept natural-language questions such as: “Calculate the square root of 144.”</a:t>
            </a:r>
          </a:p>
          <a:p>
            <a:pPr>
              <a:spcAft>
                <a:spcPts val="1200"/>
              </a:spcAft>
              <a:defRPr sz="2000"/>
            </a:pPr>
            <a:r>
              <a:t>Return answers with step-by-step explanations.</a:t>
            </a:r>
          </a:p>
          <a:p>
            <a:pPr>
              <a:spcAft>
                <a:spcPts val="1200"/>
              </a:spcAft>
              <a:defRPr sz="2000"/>
            </a:pPr>
            <a:r>
              <a:t>Future possibilities: equation solving, graph generation, formula suggestions, error detection and voice interaction.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Hackathon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 working, immediately testable desktop application.</a:t>
            </a:r>
          </a:p>
          <a:p>
            <a:pPr>
              <a:spcAft>
                <a:spcPts val="1200"/>
              </a:spcAft>
              <a:defRPr sz="2000"/>
            </a:pPr>
            <a:r>
              <a:t>Clear demonstration of Python GUI programming.</a:t>
            </a:r>
          </a:p>
          <a:p>
            <a:pPr>
              <a:spcAft>
                <a:spcPts val="1200"/>
              </a:spcAft>
              <a:defRPr sz="2000"/>
            </a:pPr>
            <a:r>
              <a:t>Wide range of mathematical functionality.</a:t>
            </a:r>
          </a:p>
          <a:p>
            <a:pPr>
              <a:spcAft>
                <a:spcPts val="1200"/>
              </a:spcAft>
              <a:defRPr sz="2000"/>
            </a:pPr>
            <a:r>
              <a:t>Strong foundation for educational and AI-powered extensions.</a:t>
            </a:r>
          </a:p>
          <a:p>
            <a:pPr>
              <a:spcAft>
                <a:spcPts val="1200"/>
              </a:spcAft>
              <a:defRPr sz="2000"/>
            </a:pPr>
            <a:r>
              <a:t>A project that can be demonstrated live to judges and students.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Hack-Ai-Thon Calculator demonstrates how Python and Tkinter can create a feature-rich scientific calculator.</a:t>
            </a:r>
          </a:p>
          <a:p>
            <a:pPr>
              <a:spcAft>
                <a:spcPts val="1200"/>
              </a:spcAft>
              <a:defRPr sz="2000"/>
            </a:pPr>
            <a:r>
              <a:t>It combines basic arithmetic with scientific functions in a single accessible interface.</a:t>
            </a:r>
          </a:p>
          <a:p>
            <a:pPr>
              <a:spcAft>
                <a:spcPts val="1200"/>
              </a:spcAft>
              <a:defRPr sz="2000"/>
            </a:pPr>
            <a:r>
              <a:t>The project provides a practical foundation for a future educational or AI-assisted mathematics platform.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Thank You</a:t>
            </a:r>
          </a:p>
          <a:p>
            <a:pPr algn="ctr">
              <a:defRPr sz="2200"/>
            </a:pPr>
            <a:r>
              <a:t>Hack-Ai-Thon Calculator • Python + Tkinter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